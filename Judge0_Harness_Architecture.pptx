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0C4D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0C4DE"/>
                </a:solidFill>
                <a:latin typeface="Arial"/>
              </a:rPr>
              <a:t>Latency Percentiles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p50</c:v>
                  </c:pt>
                  <c:pt idx="1">
                    <c:v>p95</c:v>
                  </c:pt>
                  <c:pt idx="2">
                    <c:v>p99</c:v>
                  </c:pt>
                  <c:pt idx="3">
                    <c:v>Max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1252</c:v>
                </c:pt>
                <c:pt idx="1">
                  <c:v>2345</c:v>
                </c:pt>
                <c:pt idx="2">
                  <c:v>2450</c:v>
                </c:pt>
                <c:pt idx="3">
                  <c:v>2485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0C4D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0C4DE"/>
                </a:solidFill>
                <a:latin typeface="Arial"/>
              </a:rPr>
              <a:t>Result Distribution (500 users)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</c:dPt>
          <c:dPt>
            <c:idx val="4"/>
            <c:bubble3D val="0"/>
            <c:spPr>
              <a:solidFill>
                <a:srgbClr val="00B4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PASS (accepted)</c:v>
                </c:pt>
                <c:pt idx="1">
                  <c:v>FAIL (wrong answer)</c:v>
                </c:pt>
                <c:pt idx="2">
                  <c:v>TLE</c:v>
                </c:pt>
                <c:pt idx="3">
                  <c:v>ERROR (runtime)</c:v>
                </c:pt>
                <c:pt idx="4">
                  <c:v>BLOCKED (AST)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19.2</c:v>
                </c:pt>
                <c:pt idx="1">
                  <c:v>20.8</c:v>
                </c:pt>
                <c:pt idx="2">
                  <c:v>20.8</c:v>
                </c:pt>
                <c:pt idx="3">
                  <c:v>20.6</c:v>
                </c:pt>
                <c:pt idx="4">
                  <c:v>18.6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B0C4D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Harness (1 job/submission)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50 users</c:v>
                  </c:pt>
                  <c:pt idx="1">
                    <c:v>100 users</c:v>
                  </c:pt>
                  <c:pt idx="2">
                    <c:v>200 users</c:v>
                  </c:pt>
                  <c:pt idx="3">
                    <c:v>500 users</c:v>
                  </c:pt>
                  <c:pt idx="4">
                    <c:v>1000 users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500</c:v>
                </c:pt>
                <c:pt idx="4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Batch (10 TCs/problem)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50 users</c:v>
                  </c:pt>
                  <c:pt idx="1">
                    <c:v>100 users</c:v>
                  </c:pt>
                  <c:pt idx="2">
                    <c:v>200 users</c:v>
                  </c:pt>
                  <c:pt idx="3">
                    <c:v>500 users</c:v>
                  </c:pt>
                  <c:pt idx="4">
                    <c:v>1000 users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B0C4D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3200400" cy="1303020"/>
          </a:xfrm>
          <a:prstGeom prst="rect">
            <a:avLst/>
          </a:prstGeom>
          <a:solidFill>
            <a:srgbClr val="091830"/>
          </a:solidFill>
          <a:ln w="12700">
            <a:solidFill>
              <a:srgbClr val="0918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17320"/>
            <a:ext cx="91440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Harness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Single-Job Evaluation Engine for Classroom Autograders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· Per-TC Isolation · Security · Scale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Queue Depth Explosion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500 students submit simultaneously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Students</a:t>
            </a:r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 Cases</a:t>
            </a:r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Jobs</a:t>
            </a:r>
            <a:pPr algn="ctr" indent="0" marL="0">
              <a:buNone/>
            </a:pPr>
            <a:r>
              <a:rPr lang="en-US" sz="28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queued instantly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265176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743200"/>
            <a:ext cx="64008" cy="2103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8346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Saturation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3127248"/>
            <a:ext cx="239572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process ~50 jobs/min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jobs = 100 mins drain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1.5+ hours for results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panic ensues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743200"/>
            <a:ext cx="265176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743200"/>
            <a:ext cx="64008" cy="2103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28346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Multiplier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3127248"/>
            <a:ext cx="239572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TC = 1 Judge0 worker slot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TCs → 10× infrastructure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Judge0 needs 10× workers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Judge0 = 10× API cost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743200"/>
            <a:ext cx="64008" cy="2103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8346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3127248"/>
            <a:ext cx="239572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backs up → workers 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submissions keep arriving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becomes unresponsive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graceful degradation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274320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Harness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Job per submission — regardless of test case count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9164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188720"/>
            <a:ext cx="1691640" cy="91440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18872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Check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188720"/>
            <a:ext cx="169164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0" y="118872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1188720"/>
            <a:ext cx="16916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97880" y="118872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188720"/>
            <a:ext cx="169164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18872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1581912"/>
            <a:ext cx="201168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75104" y="1536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581912"/>
            <a:ext cx="201168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1536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1581912"/>
            <a:ext cx="201168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24144" y="1536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581912"/>
            <a:ext cx="201168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98664" y="1536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377440"/>
            <a:ext cx="859536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test cases are baked into ONE harness file. Judge0 compiles once, runs once. Your harness loop executes each TC with its own per-TC signal timer — complete isolation, single job.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4206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83280"/>
            <a:ext cx="411480" cy="4114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868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Source Code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" y="3593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as function or stdio re-exec block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3246120"/>
            <a:ext cx="4206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383280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5780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257800" y="3593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as JSON — stdin_text + expected per TC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274320" y="4114800"/>
            <a:ext cx="4206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251960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68680" y="41879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Per-TC Timer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68680" y="4462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signal.alarm(N) per TC — OS-level, unkillable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663440" y="4114800"/>
            <a:ext cx="42062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251960"/>
            <a:ext cx="411480" cy="4114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57800" y="41879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Wrappers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257800" y="4462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open(), signal.signal(), sys.exit() all patched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Numbers: Load &amp; Scale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at 500 concurrent users, 4 TCs/problem average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9431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Jobs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448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student submission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188720"/>
            <a:ext cx="192024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1188720"/>
            <a:ext cx="1920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19431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Equivalent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2448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harness approach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188720"/>
            <a:ext cx="192024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188720"/>
            <a:ext cx="19202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0" y="19431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Reduction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2448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vs batch approach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1188720"/>
            <a:ext cx="192024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1188720"/>
            <a:ext cx="1920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110/s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675120" y="19431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2448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per second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78892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4572000" y="278892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Depth: Harness vs Batch at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infrastructure advantage — illustrated with real numbers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1887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75120" y="11887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06640" y="11887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138160" y="11887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572768"/>
            <a:ext cx="292608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6642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0" y="16642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16642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38160" y="16459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2139696"/>
            <a:ext cx="2926080" cy="530352"/>
          </a:xfrm>
          <a:prstGeom prst="rect">
            <a:avLst/>
          </a:prstGeom>
          <a:solidFill>
            <a:srgbClr val="0D1E33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223113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223113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06640" y="223113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38160" y="22128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43600" y="2706624"/>
            <a:ext cx="292608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27980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27980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06640" y="27980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38160" y="277977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943600" y="3273552"/>
            <a:ext cx="2926080" cy="530352"/>
          </a:xfrm>
          <a:prstGeom prst="rect">
            <a:avLst/>
          </a:prstGeom>
          <a:solidFill>
            <a:srgbClr val="0D1E33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0" y="33649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675120" y="33649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06640" y="33649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138160" y="33467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943600" y="3840480"/>
            <a:ext cx="292608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0" y="39319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675120" y="39319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406640" y="39319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138160" y="39136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0" y="4462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10 TCs per problem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Per-TC Time Limit: How It Actually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signal.alarm() — OS-level interrupt, not a Python check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Timeline (per_tc_limit = 2s, 5 TCs)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77824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17320"/>
            <a:ext cx="877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53312" y="1417320"/>
            <a:ext cx="5852160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53312" y="14173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14032" y="1143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SIGALRM fires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87184" y="1097280"/>
            <a:ext cx="36576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1417320"/>
            <a:ext cx="2340864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0" y="141732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765792" y="1417320"/>
            <a:ext cx="438912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65792" y="1417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264640" y="1417320"/>
            <a:ext cx="292608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264640" y="141732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14301216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12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~4.7s  (well under global limit of 15s)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41148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0604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Per-TC: signal.alarm(2)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9443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OS-level countdown timer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Fires inside solve() even in 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Raises TimeLimitExceeded exception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Harness catches it → next TC starts fresh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606040"/>
            <a:ext cx="41148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606040"/>
            <a:ext cx="64008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Global: (N × limit) + 5s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9443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safety net if signal bypassed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Kills entire process from outside JVM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5 TCs at 2s: (5×2) + 5 = 15s limit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Remaining TCs marked TLE (not MISSING)</a:t>
            </a:r>
            <a:endParaRPr lang="en-US" sz="10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173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Harness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isolation mechanism per language — one consistent output format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519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618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61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17007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signal.SIGALRM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1947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Crash:   try/except per TC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21945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 resource.getrusage()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24414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   Function + stdio re-exec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688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signal bypass blocked by safe wrapper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09160" y="1170432"/>
            <a:ext cx="42519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26187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261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46320" y="17007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fork() + setitimer()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46320" y="1947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Crash:   WIFSIGNALED(SIGSEGV)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46320" y="21945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 RLIMIT_AS per child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46320" y="24414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   Function-based only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46320" y="2688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Each TC = isolated child process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74320" y="3136392"/>
            <a:ext cx="42519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22783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8680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11480" y="36667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fork() + setitimer()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11480" y="3913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Crash:   bad_alloc + std::exception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11480" y="41605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 RLIMIT_AS per child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11480" y="44074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   Function-based only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11480" y="4654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Catches bad_alloc as MLE in child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709160" y="3136392"/>
            <a:ext cx="42519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27832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03520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4846320" y="36667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Thread.join() + Thread.stop()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846320" y="3913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Crash:   OutOfMemoryError catch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846320" y="41605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 MemoryMXBean (post-GC)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846320" y="44074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   Function + stdio (main())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846320" y="4654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Tight loops: Judge0 global is backstop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defence — AST → Harness Wrappers → Judge0 Sandbox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83464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83464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AST Pre-Check (Python)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Parses code into syntax tree (not regex)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14884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Catches aliased imports: import os as 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57860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Catches from os import * and __import__()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00837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Blocks exec(), eval(), compile() calls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43814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Detects dunder chain: .__class__.__subclasses__()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86791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C/C++/Java: regex for structural patterns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429768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Runs BEFORE Judge0 — zero infrastructure cost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143000"/>
            <a:ext cx="283464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43000"/>
            <a:ext cx="283464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170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Harness Runtime Wrappers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7190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open() replaced: blocks reading harness file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14884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signal.signal() replaced: prevents SIGALRM override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57860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sys.exit() replaced: raises controlled exception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300837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Session-unique delimiter (UUID): prevents output spoofing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343814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Student code cannot break out of injected block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386791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Stdout redirected per-TC: garbage print() isolated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0128" y="429768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Real stdout reference held before student code runs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143000"/>
            <a:ext cx="283464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143000"/>
            <a:ext cx="283464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170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Judge0 Sandbox (Final Net)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17190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Kernel-level process isolation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214884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Network access fully disabled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36208" y="257860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Filesystem access restricted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300837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Global CPU time limit enforced by 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6208" y="343814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Memory limit enforced by OS (cgroups)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36208" y="386791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Catches exec('import os') string tricks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36208" y="429768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Cannot be bypassed by student code</a:t>
            </a:r>
            <a:endParaRPr lang="en-US" sz="9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Cons: Harness vs Batch Submissions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honest comparison — choose based on your context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612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9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job per submission — flat cost at any TC count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4160520" cy="438912"/>
          </a:xfrm>
          <a:prstGeom prst="rect">
            <a:avLst/>
          </a:prstGeom>
          <a:solidFill>
            <a:srgbClr val="0D1E33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fewer workers needed vs batch approach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523744"/>
            <a:ext cx="4160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scale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cheaper on cloud Judge0 pricing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4160520" cy="438912"/>
          </a:xfrm>
          <a:prstGeom prst="rect">
            <a:avLst/>
          </a:prstGeom>
          <a:solidFill>
            <a:srgbClr val="0D1E33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358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Per-TC results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2186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PASS/FAIL/TLE/ERROR per TC from one job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4160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112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6941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handles global TLE — marks remaining as TLE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950208"/>
            <a:ext cx="4160520" cy="438912"/>
          </a:xfrm>
          <a:prstGeom prst="rect">
            <a:avLst/>
          </a:prstGeom>
          <a:solidFill>
            <a:srgbClr val="0D1E33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867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1696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evaluation logic, not Judge0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425696"/>
            <a:ext cx="4160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+ function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451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student code styles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1143000"/>
            <a:ext cx="416052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1612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1572768"/>
            <a:ext cx="4160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609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effort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7922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harness per language (Python/C/C++/Java)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048256"/>
            <a:ext cx="4160520" cy="438912"/>
          </a:xfrm>
          <a:prstGeom prst="rect">
            <a:avLst/>
          </a:prstGeom>
          <a:solidFill>
            <a:srgbClr val="0D1E33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tight loops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267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Thread.stop() needed — Thread.interrupt() not enough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523744"/>
            <a:ext cx="4160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560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tracking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2743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GC makes delta approximate (MemoryMXBean helps)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999232"/>
            <a:ext cx="4160520" cy="438912"/>
          </a:xfrm>
          <a:prstGeom prst="rect">
            <a:avLst/>
          </a:prstGeom>
          <a:solidFill>
            <a:srgbClr val="0D1E33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0358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surface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2186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baked in — encoded but visible in process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3474720"/>
            <a:ext cx="4160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5112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testing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36941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language harness needs its own edge case test suite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950208"/>
            <a:ext cx="4160520" cy="438912"/>
          </a:xfrm>
          <a:prstGeom prst="rect">
            <a:avLst/>
          </a:prstGeom>
          <a:solidFill>
            <a:srgbClr val="0D1E33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9867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bypass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41696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exec('import os') in Python slips past AST (Judge0 catches)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4425696"/>
            <a:ext cx="4160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mode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0600" y="46451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must write solve() not stdin/stdout (unless stdio mode)</a:t>
            </a:r>
            <a:endParaRPr lang="en-US" sz="90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Can Fail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failure modes — their cause, impact, and mitigation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5196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2519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Tight Loop Unkillable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179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Thread.stop() fails on JVM native tight loops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Remaining TCs show TLE; thread runs until Judge0 global fires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993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Judge0 global limit = final backstop. Mark remaining TCs as TLE.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5196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70432"/>
            <a:ext cx="42519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exec('import os') Bypass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5179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AST sees string literal — can't analyse dynamic content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Potentially dangerous code reaches Judge0 sandbox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8888" y="1993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Judge0 sandbox is final defence. Student can't DO anything there.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523744"/>
            <a:ext cx="425196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23744"/>
            <a:ext cx="4251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15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Output Corruption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2871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Student prints exact delimiter string (BLOCKED by session UUID)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Parser cannot extract TC blocks correctly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33467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UUID-based delimiter + JSON blocks make spoofing statistically impossible.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523744"/>
            <a:ext cx="425196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523744"/>
            <a:ext cx="4251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615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Segfault in Harness Setup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2871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Crash before fork() completes — no pipe to write result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8888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Parent reads 0 bytes from pipe — ERROR status returned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18888" y="33467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Pipe read n != sizeof(TCResult) check → explicit ERROR status.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877056"/>
            <a:ext cx="425196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877056"/>
            <a:ext cx="42519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968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Global TLE Mid-Harness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4224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Student bypasses per-TC alarm; total time exceeds global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" y="4443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Partial output — TCs after hang point never execute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" y="47000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Parser detects absent DONE marker → remaining TCs marked TLE.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877056"/>
            <a:ext cx="425196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877056"/>
            <a:ext cx="4251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968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 (Java Approximate)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18888" y="4224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GC fires between measurements — delta unreliable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18888" y="4443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MLE detection may miss or false-positive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18888" y="47000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forceGC() + MemoryMXBean.getUsed() — significantly more stable.</a:t>
            </a:r>
            <a:endParaRPr lang="en-US" sz="9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to Handle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unusual input path that can break grading correctness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8346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61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27048"/>
            <a:ext cx="2834640" cy="327355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819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Empty function body — returns None → FAIL (not ERROR)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Function returns wrong type — str vs int comparison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624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Unicode output — emoji, CJK chars in stdout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1455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Trailing newline differences — harness uses .strip()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6667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Float precision — 3.14 vs 3.1400000001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1879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Very large output — truncation before delimiter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143000"/>
            <a:ext cx="283464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61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527048"/>
            <a:ext cx="2834640" cy="3273552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819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Infinite recursion — hits recursion limit → RecursionError → ERROR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2103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Fork bomb in C — RLIMIT_NPROC set on child to prevent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624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Writes to /tmp — allowed by Judge0 but pollutes between TCs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31455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Imports large library — startup time eats into per-TC limit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36667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Multiple threads — only main thread gets SIGALRM signal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41879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 catches SIGALRM in C — setitimer still fires on parent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143000"/>
            <a:ext cx="283464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161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527048"/>
            <a:ext cx="2834640" cy="3273552"/>
          </a:xfrm>
          <a:prstGeom prst="rect">
            <a:avLst/>
          </a:prstGeom>
          <a:solidFill>
            <a:srgbClr val="11224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5819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stdin_text with no trailing newline — input() hangs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2103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 reads more lines than TC provides — EOF exception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2624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 prints before reading stdin — capture works regardless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31455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Binary output (bytes) — harness captures text, compare fails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36667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Windows-style CRLF in expected output — need normalisation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41879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Leading/trailing whitespace in expected — .strip() normalises</a:t>
            </a:r>
            <a:endParaRPr lang="en-US" sz="9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configuration, and operational prerequisites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83464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618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280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Instance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6824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Self-hosted or cloud Judge0 v1.13+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Workers: ceil(peak_concurrent / avg_job_time_s)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21579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500 users, 2s TCs: min 20 workers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23957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queue: sufficient memory for burst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633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 with submission + polling rights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28712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base64_encoded=true endpoint support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46120" y="1170432"/>
            <a:ext cx="283464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6187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94760" y="1280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16824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3.8+ in Judge0 worker container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83280" y="19202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signal.SIGALRM available (Linux only)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83280" y="21579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 module for memory tracking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83280" y="23957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io, json, builtins stdlib modules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383280" y="2633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external pip packages needed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383280" y="28712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POSIX-compliant OS (not Windows)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0" y="1170432"/>
            <a:ext cx="283464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6187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66560" y="1280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Environment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55080" y="16824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GCC 9+ or Clang in Judge0 container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355080" y="19202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fork(), pipe(), waitpid() available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355080" y="21579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setitimer(ITIMER_REAL) support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355080" y="23957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RLIMIT_AS enforcement by kernel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355080" y="2633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WIFSIGNALED / WTERMSIG macros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355080" y="28712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tmpfile() for stdout capture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274320" y="3246120"/>
            <a:ext cx="283464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3756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22960" y="3355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Environment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11480" y="37581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JDK 11+ (SecurityManager available)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11480" y="39959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java.lang.management MemoryMXBean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11480" y="42336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Thread.stop() available (deprecated ok)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411480" y="44714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Reflection: Method.invoke() access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411480" y="47091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ByteArrayOutputStream for stdout cap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11480" y="49469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Daemon threads supported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3246120" y="3246120"/>
            <a:ext cx="283464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37560"/>
            <a:ext cx="365760" cy="36576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794760" y="3355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(Python)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3383280" y="37581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3.10+ for dataclass features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3383280" y="39959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requests library for Judge0 HTTP calls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3383280" y="42336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 module (stdlib) for AST checking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3383280" y="44714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uuid, json, base64 (stdlib)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3383280" y="47091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textwrap for code indentation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3383280" y="49469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 recommended for high concurrency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6217920" y="3246120"/>
            <a:ext cx="283464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37560"/>
            <a:ext cx="365760" cy="36576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766560" y="3355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6355080" y="37581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prod environment (SIGALRM dep.)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6355080" y="39959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ID uniqueness: UUID4 hex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6355080" y="42336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Judge0 poll interval: 500ms minimum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6355080" y="44714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poll timeout: 2× global limit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6355080" y="47091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 bank: stdin_text + expected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6355080" y="49469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Monitoring: queue depth + latency p99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Results: 500 Concurrent Users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Go-based load tester — dry run validated, production-ready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64592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1645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07592"/>
            <a:ext cx="146304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84937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20951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Goroutine-based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1170432"/>
            <a:ext cx="164592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170432"/>
            <a:ext cx="1645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307592"/>
            <a:ext cx="146304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8840" y="184937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120951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full ramp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1170432"/>
            <a:ext cx="164592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170432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307592"/>
            <a:ext cx="146304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110/s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931920" y="184937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120951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Submissions/sec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170432"/>
            <a:ext cx="164592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1170432"/>
            <a:ext cx="16459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307592"/>
            <a:ext cx="146304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1252ms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715000" y="184937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2120951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end-to-end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06640" y="1170432"/>
            <a:ext cx="164592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1170432"/>
            <a:ext cx="16459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307592"/>
            <a:ext cx="146304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2485ms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498080" y="184937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Latency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2120951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observed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78608"/>
            <a:ext cx="85953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Type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31720" y="2633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54680" y="2633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51960" y="2633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980944"/>
            <a:ext cx="859536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0540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3054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5468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51960" y="30540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30540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map, iterative — all TCs green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364992"/>
            <a:ext cx="8595360" cy="365760"/>
          </a:xfrm>
          <a:prstGeom prst="rect">
            <a:avLst/>
          </a:prstGeom>
          <a:solidFill>
            <a:srgbClr val="0D1E33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438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wrong_answer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31720" y="34381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154680" y="34198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51960" y="34381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49240" y="34381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instead of indices — all TCs red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822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time_limit_exceeded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331720" y="382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154680" y="38039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5196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49240" y="3822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— caught by signal.alarm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4133088"/>
            <a:ext cx="8595360" cy="365760"/>
          </a:xfrm>
          <a:prstGeom prst="rect">
            <a:avLst/>
          </a:prstGeom>
          <a:solidFill>
            <a:srgbClr val="0D1E33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206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runtime_error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331720" y="4206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154680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251960" y="4206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49240" y="4206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 / ZeroDivision / NameError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517136"/>
            <a:ext cx="859536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5902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syntax_error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331720" y="4590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154680" y="45720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251960" y="45902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349240" y="4590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AST checker — 0 Judge0 jobs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tested: Two Sum · Fibonacci · Longest Increasing Subsequence  |  All 3 problems evenly distributed across 500 users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based on your specific requirements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Batch preferred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Either works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2084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Harness preferred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8595360" cy="420624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 (careful)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1664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8595360" cy="420624"/>
          </a:xfrm>
          <a:prstGeom prst="rect">
            <a:avLst/>
          </a:prstGeom>
          <a:solidFill>
            <a:srgbClr val="0D1E33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count per 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TCs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TCs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TCs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50592"/>
            <a:ext cx="8595360" cy="420624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Per-TC time accuracy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critical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ok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542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enforcement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889504"/>
            <a:ext cx="8595360" cy="420624"/>
          </a:xfrm>
          <a:prstGeom prst="rect">
            <a:avLst/>
          </a:prstGeom>
          <a:solidFill>
            <a:srgbClr val="0D1E33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80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needed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2980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only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980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Java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20840" y="2980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required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328416"/>
            <a:ext cx="8595360" cy="420624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419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code style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419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Function-based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3419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style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3419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Stdin/stdout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67328"/>
            <a:ext cx="8595360" cy="420624"/>
          </a:xfrm>
          <a:prstGeom prst="rect">
            <a:avLst/>
          </a:prstGeom>
          <a:solidFill>
            <a:srgbClr val="0D1E33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budget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2316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0840" y="3858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/ fixed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8595360" cy="420624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limit fairness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23160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20840" y="4297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Per-TC strict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autograder (your use case): 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— 500+ students, exam deadlines, and cost efficiency make harness the clear winner.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evolution of the harness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519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618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Immediate Wins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70078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JavaScript/Node harness (Worker threads + AbortController)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196596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Go harness (goroutine + context.WithTimeout)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223113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Rust harness (std::thread timeout via std::time)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49631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WebAssembly sandboxing for untrusted code isolation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276148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Problem-level TC weight scoring (TC4 worth 3× TC1)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1170432"/>
            <a:ext cx="42519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26187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088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Performance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170078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Async submission pipeline (aiohttp + async polling)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846320" y="196596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Early exit: stop harness after K consecutive failures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846320" y="223113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Cached harness compilation (same code, diff TCs)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846320" y="249631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Judge0 webhook instead of polling (5× less API calls)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46320" y="276148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Warm worker pool pre-allocated for exam windows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74320" y="3127248"/>
            <a:ext cx="42519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21868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Analytics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11480" y="36576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Per-TC timing dashboard (which TC is slowest)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11480" y="392277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Class-wide solution clustering (detect copy/paste)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11480" y="418795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Performance regression alerts (TC getting slower over time)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11480" y="445312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Real-time queue depth monitoring with alerting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11480" y="47183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Auto-scale workers based on exam calendar events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709160" y="3127248"/>
            <a:ext cx="42519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18688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76088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Advanced Features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846320" y="36576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Partial credit: float scoring per TC (0.0–1.0)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4846320" y="392277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Custom checker: harness calls your compare function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846320" y="418795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Interactive problems: multi-round stdin/stdout games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846320" y="445312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Plagiarism detection via AST similarity hashing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4846320" y="47183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AI-generated hint injection per failed TC type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remember from this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27632"/>
            <a:ext cx="8595360" cy="493776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27632"/>
            <a:ext cx="64008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6916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71907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job per submission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harness injects all TCs into one Judge0 execution, cutting queue depth by TC count factor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176272"/>
            <a:ext cx="8595360" cy="493776"/>
          </a:xfrm>
          <a:prstGeom prst="rect">
            <a:avLst/>
          </a:prstGeom>
          <a:solidFill>
            <a:srgbClr val="0D1E3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2176272"/>
            <a:ext cx="64008" cy="4937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2402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26771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Per-TC time limits work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signal.alarm() per TC is OS-level; fork() for C/C++; Thread.stop() for Java tight loops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2724912"/>
            <a:ext cx="8595360" cy="493776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724912"/>
            <a:ext cx="64008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88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281635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security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AST check → harness wrappers → Judge0 sandbox. No single layer is sufficient alone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4320" y="3273552"/>
            <a:ext cx="8595360" cy="493776"/>
          </a:xfrm>
          <a:prstGeom prst="rect">
            <a:avLst/>
          </a:prstGeom>
          <a:solidFill>
            <a:srgbClr val="0D1E33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74320" y="3273552"/>
            <a:ext cx="64008" cy="4937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3756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336499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failure modes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Java tight loops, exec() bypass, global TLE mid-harness — all documented with mitigations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74320" y="3822192"/>
            <a:ext cx="8595360" cy="493776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74320" y="3822192"/>
            <a:ext cx="64008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8620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391363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users = 500 jobs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5,000 batch jobs — harness approach validated at scale with Go load tester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74320" y="4370832"/>
            <a:ext cx="8595360" cy="493776"/>
          </a:xfrm>
          <a:prstGeom prst="rect">
            <a:avLst/>
          </a:prstGeom>
          <a:solidFill>
            <a:srgbClr val="0D1E3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74320" y="4370832"/>
            <a:ext cx="64008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43484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1248" y="446227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+ stdio both work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harness supports full stdin/stdout programs and function-based solve() in the same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Judge0 Harness Architecture</dc:title>
  <dc:subject>PptxGenJS Presentation</dc:subject>
  <dc:creator>PptxGenJS</dc:creator>
  <cp:lastModifiedBy>PptxGenJS</cp:lastModifiedBy>
  <cp:revision>1</cp:revision>
  <dcterms:created xsi:type="dcterms:W3CDTF">2026-04-22T23:26:29Z</dcterms:created>
  <dcterms:modified xsi:type="dcterms:W3CDTF">2026-04-22T23:26:29Z</dcterms:modified>
</cp:coreProperties>
</file>